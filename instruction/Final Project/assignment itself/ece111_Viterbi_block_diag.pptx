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4" autoAdjust="0"/>
    <p:restoredTop sz="94660"/>
  </p:normalViewPr>
  <p:slideViewPr>
    <p:cSldViewPr snapToGrid="0">
      <p:cViewPr varScale="1">
        <p:scale>
          <a:sx n="69" d="100"/>
          <a:sy n="69" d="100"/>
        </p:scale>
        <p:origin x="8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7F169-2729-426D-9478-20C6E0B13A61}" type="datetimeFigureOut">
              <a:rPr lang="en-US" smtClean="0"/>
              <a:t>2025-02-25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00B55-2832-4A67-BA18-E8F8B42F8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712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7F169-2729-426D-9478-20C6E0B13A61}" type="datetimeFigureOut">
              <a:rPr lang="en-US" smtClean="0"/>
              <a:t>2025-02-25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00B55-2832-4A67-BA18-E8F8B42F8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245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7F169-2729-426D-9478-20C6E0B13A61}" type="datetimeFigureOut">
              <a:rPr lang="en-US" smtClean="0"/>
              <a:t>2025-02-25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00B55-2832-4A67-BA18-E8F8B42F8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951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7F169-2729-426D-9478-20C6E0B13A61}" type="datetimeFigureOut">
              <a:rPr lang="en-US" smtClean="0"/>
              <a:t>2025-02-25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00B55-2832-4A67-BA18-E8F8B42F8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341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7F169-2729-426D-9478-20C6E0B13A61}" type="datetimeFigureOut">
              <a:rPr lang="en-US" smtClean="0"/>
              <a:t>2025-02-25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00B55-2832-4A67-BA18-E8F8B42F8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032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7F169-2729-426D-9478-20C6E0B13A61}" type="datetimeFigureOut">
              <a:rPr lang="en-US" smtClean="0"/>
              <a:t>2025-02-25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00B55-2832-4A67-BA18-E8F8B42F8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083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7F169-2729-426D-9478-20C6E0B13A61}" type="datetimeFigureOut">
              <a:rPr lang="en-US" smtClean="0"/>
              <a:t>2025-02-25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00B55-2832-4A67-BA18-E8F8B42F8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324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7F169-2729-426D-9478-20C6E0B13A61}" type="datetimeFigureOut">
              <a:rPr lang="en-US" smtClean="0"/>
              <a:t>2025-02-25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00B55-2832-4A67-BA18-E8F8B42F8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690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7F169-2729-426D-9478-20C6E0B13A61}" type="datetimeFigureOut">
              <a:rPr lang="en-US" smtClean="0"/>
              <a:t>2025-02-25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00B55-2832-4A67-BA18-E8F8B42F8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458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7F169-2729-426D-9478-20C6E0B13A61}" type="datetimeFigureOut">
              <a:rPr lang="en-US" smtClean="0"/>
              <a:t>2025-02-25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00B55-2832-4A67-BA18-E8F8B42F8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226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7F169-2729-426D-9478-20C6E0B13A61}" type="datetimeFigureOut">
              <a:rPr lang="en-US" smtClean="0"/>
              <a:t>2025-02-25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00B55-2832-4A67-BA18-E8F8B42F8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285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97F169-2729-426D-9478-20C6E0B13A61}" type="datetimeFigureOut">
              <a:rPr lang="en-US" smtClean="0"/>
              <a:t>2025-02-25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800B55-2832-4A67-BA18-E8F8B42F84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408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Viterbi Decoder</a:t>
            </a:r>
            <a:br>
              <a:rPr lang="en-US" smtClean="0"/>
            </a:br>
            <a:r>
              <a:rPr lang="en-US" smtClean="0"/>
              <a:t>RTL Diagram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072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3850" y="-1128713"/>
            <a:ext cx="12839700" cy="911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636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Viterbi Decoder RTL Diagram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Viterbi Decoder RTL Diagram</dc:title>
  <dc:creator>John Eldon</dc:creator>
  <cp:lastModifiedBy>John Eldon</cp:lastModifiedBy>
  <cp:revision>1</cp:revision>
  <dcterms:created xsi:type="dcterms:W3CDTF">2025-02-26T03:30:25Z</dcterms:created>
  <dcterms:modified xsi:type="dcterms:W3CDTF">2025-02-26T03:31:02Z</dcterms:modified>
</cp:coreProperties>
</file>